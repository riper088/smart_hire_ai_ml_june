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SmartHire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Resume-to-Job Matching &amp; Career Guidance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Components:</a:t>
            </a:r>
          </a:p>
          <a:p>
            <a:pPr lvl="1"/>
            <a:r>
              <a:t>1. Resume Parsing &amp; Skill Extraction</a:t>
            </a:r>
          </a:p>
          <a:p>
            <a:pPr lvl="1"/>
            <a:r>
              <a:t>2. Category Classification (Logistic Regression)</a:t>
            </a:r>
          </a:p>
          <a:p>
            <a:pPr lvl="1"/>
            <a:r>
              <a:t>3. Job Recommendation (Cosine Similarity)</a:t>
            </a:r>
          </a:p>
          <a:p>
            <a:pPr lvl="1"/>
            <a:r>
              <a:t>4. Streamlit Web Portal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